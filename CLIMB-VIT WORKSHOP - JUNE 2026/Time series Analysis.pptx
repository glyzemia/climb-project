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3IttTJFvy83Vyv8nYex6Q8oz6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46638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Time Series Analysis and Forecasting in Healthcare Research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636642" y="295930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Dr. Biji C. L. , Associate Professor, VIT Vellore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0170" y="3624096"/>
            <a:ext cx="2695762" cy="3008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Unlocking the Power of Data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5764696"/>
            <a:ext cx="10515600" cy="9489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How to transform messy, complex data into a powerful asset for better patient outcomes and analytics.</a:t>
            </a:r>
            <a:endParaRPr/>
          </a:p>
        </p:txBody>
      </p:sp>
      <p:pic>
        <p:nvPicPr>
          <p:cNvPr descr="Image Credit: MaximP/Shutterstock.com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6087" y="2102055"/>
            <a:ext cx="4538196" cy="302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726" y="1840183"/>
            <a:ext cx="6293361" cy="3287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Time Series Analysis in Healthcare</a:t>
            </a:r>
            <a:br>
              <a:rPr b="1" lang="en-I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Time series analysis involves analyzing data collected at regular intervals over time to identify patterns, trends, and dependencies.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By understanding the underlying temporal dynamics, healthcare professionals can gain valuable insights to make informed decisions and predictions.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Time series modeling</a:t>
            </a:r>
            <a:br>
              <a:rPr lang="en-IN"/>
            </a:b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Time series modeling is the use of machine learning algorithms and statistical methods to analyse data points that change over a time period.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907976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What is Time series data?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Time series data is a collection of observations recorded sequentially over time.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Disease surveillance data</a:t>
            </a:r>
            <a:r>
              <a:rPr lang="en-IN"/>
              <a:t> (e.g., weekly malaria cases in a district).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Hospital admissions records</a:t>
            </a:r>
            <a:r>
              <a:rPr lang="en-IN"/>
              <a:t> (e.g., monthly trends in emergency visits).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838200" y="5121965"/>
            <a:ext cx="10515600" cy="118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Time Series Analysis &amp; Forecasting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 is the process of using historical data collected over time to predict future values.</a:t>
            </a: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6035" y="346816"/>
            <a:ext cx="8395252" cy="4578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Essential time series components</a:t>
            </a:r>
            <a:endParaRPr/>
          </a:p>
        </p:txBody>
      </p:sp>
      <p:sp>
        <p:nvSpPr>
          <p:cNvPr id="124" name="Google Shape;124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Time series analysis involves examining a sequence of data points collected over time to uncover hidden patterns.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By analysing historical data, we can identify underlying components such as </a:t>
            </a:r>
            <a:r>
              <a:rPr b="1" lang="en-IN"/>
              <a:t>long-term trends</a:t>
            </a:r>
            <a:r>
              <a:rPr lang="en-IN"/>
              <a:t>, </a:t>
            </a:r>
            <a:r>
              <a:rPr b="1" lang="en-IN"/>
              <a:t>repeating seasonal cycles</a:t>
            </a:r>
            <a:r>
              <a:rPr lang="en-IN"/>
              <a:t>, and </a:t>
            </a:r>
            <a:r>
              <a:rPr b="1" lang="en-IN"/>
              <a:t>random fluctuations (noise)</a:t>
            </a:r>
            <a:r>
              <a:rPr lang="en-IN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1. Trend (the long-term direction of data)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A </a:t>
            </a:r>
            <a:r>
              <a:rPr b="1" lang="en-IN"/>
              <a:t>trend</a:t>
            </a:r>
            <a:r>
              <a:rPr lang="en-IN"/>
              <a:t> represents the overall direction in which data is moving over time.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In health research, trends can reveal critical insights for example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 </a:t>
            </a:r>
            <a:r>
              <a:rPr b="1" lang="en-IN"/>
              <a:t>rising trend</a:t>
            </a:r>
            <a:r>
              <a:rPr lang="en-IN"/>
              <a:t> in diabetes prevalence over decades may indicate worsening lifestyle habits.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 </a:t>
            </a:r>
            <a:r>
              <a:rPr b="1" lang="en-IN"/>
              <a:t>declining trend</a:t>
            </a:r>
            <a:r>
              <a:rPr lang="en-IN"/>
              <a:t> in maternal mortality rates over time might suggest improvements in healthcare interventions.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2. Seasonality (repeating patterns at fixed intervals)</a:t>
            </a:r>
            <a:endParaRPr/>
          </a:p>
        </p:txBody>
      </p:sp>
      <p:sp>
        <p:nvSpPr>
          <p:cNvPr id="136" name="Google Shape;136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/>
              <a:t>Seasonality</a:t>
            </a:r>
            <a:r>
              <a:rPr lang="en-IN"/>
              <a:t> refers to patterns that occur at regular intervals due to predictable external factors. In health data, seasonal variations are common for example;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Influenza cases</a:t>
            </a:r>
            <a:r>
              <a:rPr lang="en-IN"/>
              <a:t> spike during colder months.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Allergy related hospital visits</a:t>
            </a:r>
            <a:r>
              <a:rPr lang="en-IN"/>
              <a:t> increase in the spring.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/>
              <a:t>Malaria transmission</a:t>
            </a:r>
            <a:r>
              <a:rPr lang="en-IN"/>
              <a:t> follows rainfall patterns in endemic regions.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Ignoring seasonality can lead to misleading conclusions.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For example, a researcher analysing malaria data without accounting for seasonality might incorrectly assume an intervention failed, when in reality, the drop in cases was due to the dry season.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3. Cyclic patterns (fluctuations without a fixed interval)</a:t>
            </a:r>
            <a:endParaRPr/>
          </a:p>
        </p:txBody>
      </p:sp>
      <p:sp>
        <p:nvSpPr>
          <p:cNvPr id="142" name="Google Shape;14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Cyclic patterns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 are similar to seasonality but do not follow a strict calendar based repetition. Instead, they occur due to long term economic, social, or epidemiological factors for example;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 </a:t>
            </a:r>
            <a:r>
              <a:rPr b="1" lang="en-IN">
                <a:latin typeface="Arial"/>
                <a:ea typeface="Arial"/>
                <a:cs typeface="Arial"/>
                <a:sym typeface="Arial"/>
              </a:rPr>
              <a:t>re-emergence of diseases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 like measles due to declining vaccination rates can follow a cyclic pattern.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4900">
                <a:latin typeface="Arial"/>
                <a:ea typeface="Arial"/>
                <a:cs typeface="Arial"/>
                <a:sym typeface="Arial"/>
              </a:rPr>
              <a:t>4. Random noise (unpredictable variations in data)</a:t>
            </a:r>
            <a:br>
              <a:rPr b="1" lang="en-IN" sz="4900">
                <a:latin typeface="Arial"/>
                <a:ea typeface="Arial"/>
                <a:cs typeface="Arial"/>
                <a:sym typeface="Arial"/>
              </a:rPr>
            </a:br>
            <a:endParaRPr b="1" sz="4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Even the best time series models will encounter </a:t>
            </a:r>
            <a:r>
              <a:rPr b="1" lang="en-IN">
                <a:latin typeface="Arial"/>
                <a:ea typeface="Arial"/>
                <a:cs typeface="Arial"/>
                <a:sym typeface="Arial"/>
              </a:rPr>
              <a:t>random noise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, which represents unpredictable fluctuations in data. Noise can result from: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Errors in data collection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 (e.g., misreported patient symptoms).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 goal of time series analysis is to </a:t>
            </a:r>
            <a:r>
              <a:rPr b="1" lang="en-IN">
                <a:latin typeface="Arial"/>
                <a:ea typeface="Arial"/>
                <a:cs typeface="Arial"/>
                <a:sym typeface="Arial"/>
              </a:rPr>
              <a:t>separate meaningful patterns (trend, seasonality, cycles) from random noise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 to make informed decisions.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Time series modeling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The use of machine learning algorithms and statistical methods to analyse data points that change over a time period. </a:t>
            </a:r>
            <a:endParaRPr/>
          </a:p>
        </p:txBody>
      </p:sp>
      <p:pic>
        <p:nvPicPr>
          <p:cNvPr id="155" name="Google Shape;155;p12"/>
          <p:cNvPicPr preferRelativeResize="0"/>
          <p:nvPr/>
        </p:nvPicPr>
        <p:blipFill rotWithShape="1">
          <a:blip r:embed="rId3">
            <a:alphaModFix/>
          </a:blip>
          <a:srcRect b="22479" l="0" r="0" t="0"/>
          <a:stretch/>
        </p:blipFill>
        <p:spPr>
          <a:xfrm>
            <a:off x="420757" y="2973449"/>
            <a:ext cx="10793895" cy="314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Univariate time series analysis</a:t>
            </a:r>
            <a:endParaRPr/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It focuses on the evolution of a </a:t>
            </a:r>
            <a:r>
              <a:rPr b="1" lang="en-IN">
                <a:latin typeface="Arial"/>
                <a:ea typeface="Arial"/>
                <a:cs typeface="Arial"/>
                <a:sym typeface="Arial"/>
              </a:rPr>
              <a:t>single variable over time</a:t>
            </a:r>
            <a:r>
              <a:rPr lang="en-IN"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A time series' future values are predicted using this technique based on its historical trends.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Multivariate analysis</a:t>
            </a:r>
            <a:endParaRPr/>
          </a:p>
        </p:txBody>
      </p:sp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To identify how multiple  variables (temperature, rainfall, humidity, wind speed) collectively influence disease transmission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Machine learning (ML)</a:t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Time series forecasting with the ability to find complex patterns and relationships within data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Hands on With Dengue Data</a:t>
            </a:r>
            <a:endParaRPr/>
          </a:p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Disease transmission is strongly influenced by seasonal patterns and climatic variability.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Temperature, rainfall, and humidity drive dengue transmission by affecting mosquito survival, breeding, and viral replication rates. Warmer temperatures (28-32°C) and moderate rainfall create optimal conditions for Aedes mosquitoes, leading to increased disease incidence, while extreme conditions suppress transmission.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Time series modeling will provide actionable insights!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Dataset</a:t>
            </a:r>
            <a:endParaRPr/>
          </a:p>
        </p:txBody>
      </p:sp>
      <p:sp>
        <p:nvSpPr>
          <p:cNvPr id="185" name="Google Shape;18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Dengue Dataset of Bangladesh – Dhaka Region (2020-2021), created by Dr. Md Rezaul Karim from Directorate General of Health Services Bangladesh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7506" y="3999855"/>
            <a:ext cx="6274904" cy="6589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Scope of Analysis</a:t>
            </a:r>
            <a:endParaRPr/>
          </a:p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To investigate the </a:t>
            </a:r>
            <a:r>
              <a:rPr b="1" lang="en-IN"/>
              <a:t>quantitative relationship between climatic factors (rainfall, temperature, humidity, wind speed)</a:t>
            </a:r>
            <a:r>
              <a:rPr lang="en-IN"/>
              <a:t> and </a:t>
            </a:r>
            <a:r>
              <a:rPr b="1" lang="en-IN"/>
              <a:t>dengue incidence</a:t>
            </a:r>
            <a:r>
              <a:rPr lang="en-IN"/>
              <a:t> in Dhaka, Bangladesh, using  time series modeling techniques to identify predictive patterns.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en-IN">
                <a:latin typeface="Arial"/>
                <a:ea typeface="Arial"/>
                <a:cs typeface="Arial"/>
                <a:sym typeface="Arial"/>
              </a:rPr>
              <a:t>Variables Under Consideration</a:t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Date - Daily records from 2020-2021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Month - Month of the record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Case - Daily dengue cases (from DGHS)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Rainfall - Precipitation in mm (from timeanddate.com)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Temperature - Temperature in °C (from timeanddate.com)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Humidity - Humidity in % (from timeanddate.com)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Arial"/>
                <a:ea typeface="Arial"/>
                <a:cs typeface="Arial"/>
                <a:sym typeface="Arial"/>
              </a:rPr>
              <a:t>Wind - Wind speed in km/h (from timeanddate.com)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2026-06-23T13:41:59Z</dcterms:created>
  <dc:creator>Jomy Francis</dc:creator>
</cp:coreProperties>
</file>